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C969-6252-2BF7-84AE-FED6DA5B4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A6809-0328-EDCD-2F90-D947D0FC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8CB99-36DA-2E3A-0409-6C575DF4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A6162-6BA8-33A8-3E6E-2C6342C6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836A-E078-A406-37C7-62756582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31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B3BB-601C-9B69-8899-702A78E2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2FE25-2C79-DE47-8359-07EA50EA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8B09B-9838-464B-A2B3-0C8D95DC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61BFA-A33C-1BC3-15F5-0189ABB6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15809-92E6-B386-3828-BE46F29B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51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5A8A-55CB-45DD-04BF-049A9E72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19C28-CA2F-FBA1-52A4-781BCD1C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DB9D1-679E-BC79-3D43-5DB32973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B6A6-7EA3-D306-EFC3-BFE4ED3C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CEBA2-2295-D654-F7E0-56F41EE8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09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B967-ADB0-DED1-0A3F-C553219D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187F-7ACE-6031-C20B-9B5BDE4A8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057E6-1724-7D06-E526-9C7BE2E23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50841-AF3A-3753-A3A0-49E5ED55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8061E-2AD0-E079-037D-B76A43BB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2002C-4A6E-CF0B-E59C-E57931C0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62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BC2D-EBF6-A293-91F0-DBCABC8A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32141-164E-777A-F15C-5CC3BDF86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37EC1-D67D-DBE5-DDA0-C73BE7DE9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198CF-A2B6-3D1D-F3A4-0470C04EA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1E56C-CCA1-8B26-9F9D-F270DD3D8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44700-8AEE-8E89-6DD3-363CA5A6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31E94-9F5F-0089-F7B9-A858B081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2249B-9DAB-15C8-F7AC-BBD15B6B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09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77B8-AE0B-DC5A-2EE2-3E3FA29C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127A8-45D1-5DCF-9B18-4930614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A469A-B8D0-A565-0AC8-D84A8D5F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56B40-2200-13F2-8B24-EB51F749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43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02E29-0A9D-0CC3-E045-A6CF435E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3FAFC-8A3A-40A4-0B62-FBC19CDF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F79B4-0983-9F97-BDB4-2D86955D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22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F7D5-0D2E-2BBB-1DFF-A176604C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B4A10-3A09-C122-CF6C-7F395C0E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D515E-7185-6F71-0918-3A2A0A1C3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D34F0-347A-713A-AB47-498CD037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D611-6B2B-5FC1-AD55-2ACC696B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9B6D0-4F42-63D0-348B-A9BC7C24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41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20BA-C226-565B-1FE4-2548D5ED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82E97-0C6B-F67F-F617-0F71E0D44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BBD50-7058-8305-FB6C-366BA63AC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20C9B-5AC1-B2B8-70D2-0A11A963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BC574-7984-718C-150D-C3BCE5CA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FC669-D73F-C5B8-B215-A72E21AB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17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2BB4-EF2D-97BC-0E0F-02C4CC3F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38C49-B03F-53A7-755F-94AC0AC28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A2EF-DCBA-2848-F400-13C01EC4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B923B-F154-C8E6-9E63-2004239A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4CED0-043C-90E2-4C13-5462041E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49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D71D5-3A6B-EF4C-5EAA-4599709FA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BE245-E096-94C8-3345-169412316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4D443-A2FA-F3EF-C872-6AEC669A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AED4-5B4C-8652-055E-2FA646D3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74C3-8E1C-E1C5-6371-8032B09C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0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36130-EA20-A38E-25BE-7AEDC247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2DA89-D54C-E16B-E25B-697AB3943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5F320-1B89-7249-4B15-93C75404D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5A9C7-99E9-497D-BB6D-64E2D21FEDF3}" type="datetimeFigureOut">
              <a:rPr lang="en-IN" smtClean="0"/>
              <a:t>04-10-2026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82D58-4727-0256-E4A9-B1FA415E5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AF529-63CD-FD87-EB56-8B5FD3524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97942-9052-4DBA-B320-9173FEC260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55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2990-4C1E-90E4-F60B-EAF9FDC7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91" y="378119"/>
            <a:ext cx="10515600" cy="605836"/>
          </a:xfrm>
        </p:spPr>
        <p:txBody>
          <a:bodyPr>
            <a:normAutofit fontScale="90000"/>
          </a:bodyPr>
          <a:lstStyle/>
          <a:p>
            <a:r>
              <a:rPr lang="en-IN" dirty="0"/>
              <a:t>Input Text For PII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97B7-5CC6-5993-D0D0-FE9513E8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This is a sample file of Gopal Nayak</a:t>
            </a:r>
          </a:p>
          <a:p>
            <a:pPr marL="0" indent="0">
              <a:buNone/>
            </a:pPr>
            <a:r>
              <a:rPr lang="en-US" dirty="0"/>
              <a:t>Let us detect all the constraints to start with</a:t>
            </a:r>
          </a:p>
          <a:p>
            <a:pPr marL="0" indent="0">
              <a:buNone/>
            </a:pPr>
            <a:r>
              <a:rPr lang="en-US" dirty="0"/>
              <a:t>Ph: +91 98452 44521</a:t>
            </a:r>
          </a:p>
          <a:p>
            <a:pPr marL="0" indent="0">
              <a:buNone/>
            </a:pPr>
            <a:r>
              <a:rPr lang="en-US" dirty="0"/>
              <a:t>Email: gopal.nayak@gmail.com</a:t>
            </a:r>
          </a:p>
          <a:p>
            <a:pPr marL="0" indent="0">
              <a:buNone/>
            </a:pPr>
            <a:r>
              <a:rPr lang="en-US" dirty="0" err="1"/>
              <a:t>alternate:gopal.nayak@wipro.com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City: Bangalore</a:t>
            </a:r>
          </a:p>
          <a:p>
            <a:pPr marL="0" indent="0">
              <a:buNone/>
            </a:pPr>
            <a:r>
              <a:rPr lang="en-US" dirty="0"/>
              <a:t>Gender: Male</a:t>
            </a:r>
          </a:p>
          <a:p>
            <a:pPr marL="0" indent="0">
              <a:buNone/>
            </a:pPr>
            <a:r>
              <a:rPr lang="en-US" dirty="0"/>
              <a:t>Credit Card: Visa 4111 1111 1111 1111</a:t>
            </a:r>
          </a:p>
          <a:p>
            <a:pPr marL="0" indent="0">
              <a:buNone/>
            </a:pPr>
            <a:r>
              <a:rPr lang="en-US" dirty="0"/>
              <a:t>25+ years of experience</a:t>
            </a:r>
          </a:p>
          <a:p>
            <a:pPr marL="0" indent="0">
              <a:buNone/>
            </a:pPr>
            <a:r>
              <a:rPr lang="en-US" dirty="0"/>
              <a:t>Worked in Geographies like Canada, US </a:t>
            </a:r>
          </a:p>
          <a:p>
            <a:pPr marL="0" indent="0">
              <a:buNone/>
            </a:pPr>
            <a:r>
              <a:rPr lang="en-US" dirty="0"/>
              <a:t>LinkedIn: https://www.linkedin.com/in/gopal-nayak</a:t>
            </a:r>
          </a:p>
          <a:p>
            <a:pPr marL="0" indent="0">
              <a:buNone/>
            </a:pPr>
            <a:r>
              <a:rPr lang="en-US" dirty="0"/>
              <a:t>DOB: 22-Sep-1986</a:t>
            </a:r>
          </a:p>
          <a:p>
            <a:pPr marL="0" indent="0">
              <a:buNone/>
            </a:pPr>
            <a:r>
              <a:rPr lang="en-US" dirty="0"/>
              <a:t>DOM: 22nd Sep 2008</a:t>
            </a:r>
          </a:p>
          <a:p>
            <a:pPr marL="0" indent="0">
              <a:buNone/>
            </a:pPr>
            <a:r>
              <a:rPr lang="en-US"/>
              <a:t>Age: 45 Years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08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Input Text For PII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Rohan Nayak</dc:creator>
  <cp:lastModifiedBy>Gopal Nayak V</cp:lastModifiedBy>
  <cp:revision>11</cp:revision>
  <cp:lastPrinted>2026-06-28T11:35:26Z</cp:lastPrinted>
  <dcterms:created xsi:type="dcterms:W3CDTF">2023-07-09T06:23:47Z</dcterms:created>
  <dcterms:modified xsi:type="dcterms:W3CDTF">2026-10-04T11:15:01Z</dcterms:modified>
</cp:coreProperties>
</file>